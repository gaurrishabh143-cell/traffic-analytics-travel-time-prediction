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262A30"/>
                </a:solidFill>
                <a:latin typeface="Aptos"/>
              </a:defRPr>
            </a:pPr>
            <a:r>
              <a:t>TRAFFIC ANALYTICS</a:t>
            </a:r>
            <a:br/>
            <a:r>
              <a:t>&amp; TRAVEL TIME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97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3A5378"/>
                </a:solidFill>
                <a:latin typeface="Aptos"/>
              </a:defRPr>
            </a:pPr>
            <a:r>
              <a:t>Internship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0"/>
            <a:ext cx="2743200" cy="22860"/>
          </a:xfrm>
          <a:prstGeom prst="rect">
            <a:avLst/>
          </a:prstGeom>
          <a:solidFill>
            <a:srgbClr val="E6EA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F646C"/>
                </a:solidFill>
                <a:latin typeface="Aptos"/>
              </a:defRPr>
            </a:pPr>
            <a:r>
              <a:t>Submitted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A30"/>
                </a:solidFill>
                <a:latin typeface="Aptos"/>
              </a:defRPr>
            </a:pPr>
            <a:r>
              <a:t>Rishabh Gaur</a:t>
            </a:r>
            <a:br/>
            <a:r>
              <a:t>Ankit Yadav</a:t>
            </a:r>
            <a:br/>
            <a:r>
              <a:t>Himanshi Yadav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70332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46C"/>
                </a:solidFill>
                <a:latin typeface="Aptos"/>
              </a:defRPr>
            </a:pPr>
            <a:r>
              <a:t>BCA – Data Science</a:t>
            </a:r>
            <a:br/>
            <a:r>
              <a:t>Jaypee University</a:t>
            </a:r>
            <a:br/>
            <a:r>
              <a:t>Internship Duration: 2 Months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What the project is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378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A30"/>
                </a:solidFill>
                <a:latin typeface="Aptos"/>
              </a:defRPr>
            </a:pPr>
            <a:r>
              <a:t>Traffic changes during the day, so the time needed to travel the same distance can also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378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A30"/>
                </a:solidFill>
                <a:latin typeface="Aptos"/>
              </a:defRPr>
            </a:pPr>
            <a:r>
              <a:t>We analysed traffic data in Python and then used machine learning to estimate travel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378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A30"/>
                </a:solidFill>
                <a:latin typeface="Aptos"/>
              </a:defRPr>
            </a:pPr>
            <a:r>
              <a:t>A simple prediction system can help understand congestion and support better travel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The practical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Traffic volume is not constant throughout the day.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Average vehicle speed changes when roads become busy.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Weather and other conditions can influence travel time.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Because of these changes, estimating journey time manually is difficult.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The project aims to learn these patterns from data and predict travel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What we planned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A30"/>
                </a:solidFill>
                <a:latin typeface="Aptos"/>
              </a:defRPr>
            </a:pPr>
            <a:r>
              <a:t>1. Understand the traffic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A30"/>
                </a:solidFill>
                <a:latin typeface="Aptos"/>
              </a:defRPr>
            </a:pPr>
            <a:r>
              <a:t>2. Find hourly traffic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A30"/>
                </a:solidFill>
                <a:latin typeface="Aptos"/>
              </a:defRPr>
            </a:pPr>
            <a:r>
              <a:t>3. Study factors related to travel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A30"/>
                </a:solidFill>
                <a:latin typeface="Aptos"/>
              </a:defRPr>
            </a:pPr>
            <a:r>
              <a:t>4. Create useful visualisations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7432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A30"/>
                </a:solidFill>
                <a:latin typeface="Aptos"/>
              </a:defRPr>
            </a:pPr>
            <a:r>
              <a:t>5. Train a regression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1605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A30"/>
                </a:solidFill>
                <a:latin typeface="Aptos"/>
              </a:defRPr>
            </a:pPr>
            <a:r>
              <a:t>6. Check how well the model predicts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The data used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A5378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46C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17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A537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46C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A30"/>
                </a:solidFill>
                <a:latin typeface="Aptos"/>
              </a:defRPr>
            </a:pPr>
            <a:r>
              <a:t>Main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A30"/>
                </a:solidFill>
                <a:latin typeface="Aptos"/>
              </a:defRPr>
            </a:pPr>
            <a:r>
              <a:t>Date • Hour • Day • Traffic Volume</a:t>
            </a:r>
            <a:br/>
            <a:r>
              <a:t>Average Speed • Weather</a:t>
            </a:r>
            <a:br/>
            <a:r>
              <a:t>Distance • Travel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A30"/>
                </a:solidFill>
                <a:latin typeface="Aptos"/>
              </a:defRPr>
            </a:pPr>
            <a:r>
              <a:t>Target variable: Travel_Time_min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46C"/>
                </a:solidFill>
                <a:latin typeface="Aptos"/>
              </a:defRPr>
            </a:pPr>
            <a:r>
              <a:t>The current dataset is a small sample, so the model results are mainly for academic demonstration.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Software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378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A30"/>
                </a:solidFill>
                <a:latin typeface="Aptos"/>
              </a:defRPr>
            </a:pPr>
            <a:r>
              <a:t>Main programming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417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378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828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A30"/>
                </a:solidFill>
                <a:latin typeface="Aptos"/>
              </a:defRPr>
            </a:pPr>
            <a:r>
              <a:t>Loading and working with the CSV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378"/>
                </a:solidFill>
                <a:latin typeface="Aptos"/>
              </a:defRPr>
            </a:pPr>
            <a:r>
              <a:t>MATPLOTLIB / SEABORN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A30"/>
                </a:solidFill>
                <a:latin typeface="Aptos"/>
              </a:defRPr>
            </a:pPr>
            <a:r>
              <a:t>Charts and visualisation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378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A30"/>
                </a:solidFill>
                <a:latin typeface="Aptos"/>
              </a:defRPr>
            </a:pPr>
            <a:r>
              <a:t>Machine learning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383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378"/>
                </a:solidFill>
                <a:latin typeface="Aptos"/>
              </a:defRPr>
            </a:pPr>
            <a:r>
              <a:t>VS CODE / JUPYTER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794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A30"/>
                </a:solidFill>
                <a:latin typeface="Aptos"/>
              </a:defRPr>
            </a:pPr>
            <a:r>
              <a:t>Writing and testing the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383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378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794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A30"/>
                </a:solidFill>
                <a:latin typeface="Aptos"/>
              </a:defRPr>
            </a:pPr>
            <a:r>
              <a:t>Final project submission and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Before training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241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Loaded the traffic CSV using Pandas.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Checked the available columns and values.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Converted the Weather field into a numerical form for modelling.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Selected Hour, Traffic Volume, Average Speed, Weather and Distance as model inputs.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Used Travel Time as the target variable.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Split the data into training and testing 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Traffic Volume by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One of the main exploratory plots</a:t>
            </a:r>
          </a:p>
        </p:txBody>
      </p:sp>
      <p:pic>
        <p:nvPicPr>
          <p:cNvPr id="5" name="Picture 4" descr="traffic_by_hour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34440"/>
            <a:ext cx="8503920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60350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46C"/>
                </a:solidFill>
                <a:latin typeface="Aptos"/>
              </a:defRPr>
            </a:pPr>
            <a:r>
              <a:t>This view makes the busier hours easier to spot.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Travel Time by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Another view of the same traffic data</a:t>
            </a:r>
          </a:p>
        </p:txBody>
      </p:sp>
      <p:pic>
        <p:nvPicPr>
          <p:cNvPr id="5" name="Picture 4" descr="travel_time_by_hour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34440"/>
            <a:ext cx="8503920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60350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F646C"/>
                </a:solidFill>
                <a:latin typeface="Aptos"/>
              </a:defRPr>
            </a:pPr>
            <a:r>
              <a:t>Comparing hours helps us see when journeys take longer.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What We Observed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A short summary of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F646C"/>
                </a:solidFill>
                <a:latin typeface="Aptos"/>
              </a:defRPr>
            </a:pPr>
            <a:r>
              <a:t>Average traffic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3A5378"/>
                </a:solidFill>
                <a:latin typeface="Aptos"/>
              </a:defRPr>
            </a:pPr>
            <a:r>
              <a:t>1754.69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F646C"/>
                </a:solidFill>
                <a:latin typeface="Aptos"/>
              </a:defRPr>
            </a:pPr>
            <a:r>
              <a:t>Average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7373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3A5378"/>
                </a:solidFill>
                <a:latin typeface="Aptos"/>
              </a:defRPr>
            </a:pPr>
            <a:r>
              <a:t>27.69 km/h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F646C"/>
                </a:solidFill>
                <a:latin typeface="Aptos"/>
              </a:defRPr>
            </a:pPr>
            <a:r>
              <a:t>Average travel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3A5378"/>
                </a:solidFill>
                <a:latin typeface="Aptos"/>
              </a:defRPr>
            </a:pPr>
            <a:r>
              <a:t>31.09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62A30"/>
                </a:solidFill>
                <a:latin typeface="Aptos"/>
              </a:defRPr>
            </a:pPr>
            <a:r>
              <a:t>In simple terms: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9966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A30"/>
                </a:solidFill>
                <a:latin typeface="Aptos"/>
              </a:defRPr>
            </a:pPr>
            <a:r>
              <a:t>Higher traffic and lower speed are important signals when estimating how long a trip may take.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Travel Time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Machine learning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5378"/>
                </a:solidFill>
                <a:latin typeface="Aptos"/>
              </a:defRPr>
            </a:pPr>
            <a:r>
              <a:t>Random Forest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5486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A30"/>
                </a:solidFill>
                <a:latin typeface="Aptos"/>
              </a:defRPr>
            </a:pPr>
            <a:r>
              <a:t>The model learns from existing traffic observations and uses several input features to estimate travel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F646C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3840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A30"/>
                </a:solidFill>
                <a:latin typeface="Aptos"/>
              </a:defRPr>
            </a:pPr>
            <a:r>
              <a:t>Hour</a:t>
            </a:r>
            <a:br/>
            <a:r>
              <a:t>Traffic Volume</a:t>
            </a:r>
            <a:br/>
            <a:r>
              <a:t>Average Speed</a:t>
            </a:r>
            <a:br/>
            <a:r>
              <a:t>Weather</a:t>
            </a:r>
            <a:br/>
            <a:r>
              <a:t>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F646C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8006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62A30"/>
                </a:solidFill>
                <a:latin typeface="Aptos"/>
              </a:defRPr>
            </a:pPr>
            <a:r>
              <a:t>Travel Time (minutes)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Performance on the current 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46C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A5378"/>
                </a:solidFill>
                <a:latin typeface="Aptos"/>
              </a:defRPr>
            </a:pPr>
            <a:r>
              <a:t>1.08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46C"/>
                </a:solidFill>
                <a:latin typeface="Aptos"/>
              </a:defRPr>
            </a:pPr>
            <a:r>
              <a:t>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A5378"/>
                </a:solidFill>
                <a:latin typeface="Aptos"/>
              </a:defRPr>
            </a:pPr>
            <a:r>
              <a:t>1.56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417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46C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A5378"/>
                </a:solidFill>
                <a:latin typeface="Aptos"/>
              </a:defRPr>
            </a:pPr>
            <a:r>
              <a:t>0.98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A30"/>
                </a:solidFill>
                <a:latin typeface="Aptos"/>
              </a:defRPr>
            </a:pPr>
            <a:r>
              <a:t>These are good results for the current sample, but the dataset is small (32 rows). A larger real-world dataset would be needed before using the model in practice.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Example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One sample input and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62A30"/>
                </a:solidFill>
                <a:latin typeface="Aptos"/>
              </a:defRPr>
            </a:pPr>
            <a:r>
              <a:t>Example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2A30"/>
                </a:solidFill>
                <a:latin typeface="Aptos"/>
              </a:defRPr>
            </a:pPr>
            <a:r>
              <a:t>Hour: 18</a:t>
            </a:r>
            <a:br/>
            <a:r>
              <a:t>Traffic Volume: 2500</a:t>
            </a:r>
            <a:br/>
            <a:r>
              <a:t>Average Speed: 18 km/h</a:t>
            </a:r>
            <a:br/>
            <a:r>
              <a:t>Weather: Rain</a:t>
            </a:r>
            <a:br/>
            <a:r>
              <a:t>Distance: 10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5F646C"/>
                </a:solidFill>
                <a:latin typeface="Aptos"/>
              </a:defRPr>
            </a:pPr>
            <a:r>
              <a:t>Predicted travel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A5378"/>
                </a:solidFill>
                <a:latin typeface="Aptos"/>
              </a:defRPr>
            </a:pPr>
            <a:r>
              <a:t>44.46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6324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46C"/>
                </a:solidFill>
                <a:latin typeface="Aptos"/>
              </a:defRPr>
            </a:pPr>
            <a:r>
              <a:t>This is an example prediction produced by the project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What can be 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378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92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A30"/>
                </a:solidFill>
                <a:latin typeface="Aptos"/>
              </a:defRPr>
            </a:pPr>
            <a:r>
              <a:t>• Small sample dataset</a:t>
            </a:r>
            <a:br/>
            <a:r>
              <a:t>• Unexpected incidents are difficult to predict</a:t>
            </a:r>
            <a:br/>
            <a:r>
              <a:t>• Real-time data is not connected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3716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A5378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83080"/>
            <a:ext cx="489204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62A30"/>
                </a:solidFill>
                <a:latin typeface="Aptos"/>
              </a:defRPr>
            </a:pPr>
            <a:r>
              <a:t>• Larger real-world datasets</a:t>
            </a:r>
            <a:br/>
            <a:r>
              <a:t>• GPS / live traffic data</a:t>
            </a:r>
            <a:br/>
            <a:r>
              <a:t>• More weather and road features</a:t>
            </a:r>
            <a:br/>
            <a:r>
              <a:t>• Web dashboard or mobile 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537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9260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262A3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288" y="8412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46C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262A30"/>
                </a:solidFill>
                <a:latin typeface="Aptos"/>
              </a:defRPr>
            </a:pPr>
            <a:r>
              <a:t>The project shows a complete student-level workflow: data → analysis → visualisation → machine learning → prediction.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Traffic patterns can be explored using simple visualisations.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Traffic volume and speed are useful features for travel-time prediction.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Random Forest Regression produced an R² score of 0.98 on the current sample test split.</a:t>
            </a:r>
          </a:p>
          <a:p>
            <a:pPr>
              <a:spcAft>
                <a:spcPts val="1200"/>
              </a:spcAft>
              <a:defRPr sz="1800">
                <a:solidFill>
                  <a:srgbClr val="262A30"/>
                </a:solidFill>
                <a:latin typeface="Aptos"/>
              </a:defRPr>
            </a:pPr>
            <a:r>
              <a:t>• The next step is to test the approach on a larger and more realistic dataset.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3A5378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262A30"/>
                </a:solidFill>
                <a:latin typeface="Aptos"/>
              </a:defRPr>
            </a:pPr>
            <a:r>
              <a:t>Traffic Analytics &amp; Travel Time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46C"/>
                </a:solidFill>
                <a:latin typeface="Aptos"/>
              </a:defRPr>
            </a:pPr>
            <a:r>
              <a:t>Rishabh Gaur  •  Ankit Yadav  •  Himanshi Yadav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